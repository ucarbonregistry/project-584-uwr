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83" r:id="rId2"/>
    <p:sldId id="352" r:id="rId3"/>
    <p:sldId id="345" r:id="rId4"/>
    <p:sldId id="351" r:id="rId5"/>
    <p:sldId id="350" r:id="rId6"/>
    <p:sldId id="349" r:id="rId7"/>
    <p:sldId id="346" r:id="rId8"/>
    <p:sldId id="348" r:id="rId9"/>
    <p:sldId id="353" r:id="rId10"/>
    <p:sldId id="347" r:id="rId11"/>
    <p:sldId id="344" r:id="rId12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768" userDrawn="1">
          <p15:clr>
            <a:srgbClr val="A4A3A4"/>
          </p15:clr>
        </p15:guide>
        <p15:guide id="3" orient="horz" pos="3888" userDrawn="1">
          <p15:clr>
            <a:srgbClr val="A4A3A4"/>
          </p15:clr>
        </p15:guide>
        <p15:guide id="4" pos="256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4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71" autoAdjust="0"/>
    <p:restoredTop sz="88473" autoAdjust="0"/>
  </p:normalViewPr>
  <p:slideViewPr>
    <p:cSldViewPr>
      <p:cViewPr varScale="1">
        <p:scale>
          <a:sx n="104" d="100"/>
          <a:sy n="104" d="100"/>
        </p:scale>
        <p:origin x="1112" y="192"/>
      </p:cViewPr>
      <p:guideLst>
        <p:guide orient="horz" pos="2160"/>
        <p:guide orient="horz" pos="768"/>
        <p:guide orient="horz" pos="3888"/>
        <p:guide pos="256"/>
        <p:guide pos="3840"/>
        <p:guide pos="74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32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75F79E-610A-414D-87C7-EF4EF25DDB68}" type="datetimeFigureOut">
              <a:rPr lang="en-US" smtClean="0"/>
              <a:pPr/>
              <a:t>6/22/26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66639-E2A2-4CEE-9E47-7B5D19ABFD1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0545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75FD47-42DA-4580-AF5B-71191955E9DC}" type="datetimeFigureOut">
              <a:rPr lang="en-US" smtClean="0"/>
              <a:pPr/>
              <a:t>6/21/26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A1160-7D14-4365-9312-21C02B19A7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55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1160-7D14-4365-9312-21C02B19A7E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830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1160-7D14-4365-9312-21C02B19A7E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250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image" Target="../media/image1.w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426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rgbClr val="C41C27"/>
              </a:solidFill>
            </a:endParaRPr>
          </a:p>
        </p:txBody>
      </p:sp>
      <p:pic>
        <p:nvPicPr>
          <p:cNvPr id="10" name="Picture 9" descr="sugar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1921" y="97536"/>
            <a:ext cx="2586335" cy="66476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820416" y="5334000"/>
            <a:ext cx="9265920" cy="1420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tx1"/>
              </a:solidFill>
              <a:latin typeface="Helvetica" pitchFamily="34" charset="0"/>
            </a:endParaRPr>
          </a:p>
        </p:txBody>
      </p:sp>
      <p:pic>
        <p:nvPicPr>
          <p:cNvPr id="12" name="Picture 11" descr="Template_2.w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6400" y="5486401"/>
            <a:ext cx="1930400" cy="75740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812288" y="118872"/>
            <a:ext cx="9265920" cy="5138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tx1"/>
              </a:solidFill>
              <a:latin typeface="Helvetica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5146" y="6400801"/>
            <a:ext cx="12923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CC3300"/>
                </a:solidFill>
                <a:latin typeface="Humanst521 BT" pitchFamily="34" charset="0"/>
              </a:rPr>
              <a:t>www.nslgroup.co.in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31744" y="6412022"/>
            <a:ext cx="88392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Humanst521 BT" pitchFamily="34" charset="0"/>
              </a:rPr>
              <a:t>NSL Icon, 8-2-684/2/A, Road No.12, Banjara Hills, Hyderabad - 500 034, India  Ph: 91-40-30514444,  Fax: 91-40-23327919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946400" y="2286000"/>
            <a:ext cx="89408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Picture 16" descr="sug_logo.wm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84800" y="533400"/>
            <a:ext cx="5687547" cy="15544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3124200"/>
            <a:ext cx="7924800" cy="762000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defRPr lang="en-US" sz="3600" b="1" kern="1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64000" y="3886200"/>
            <a:ext cx="6400800" cy="381000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2400" b="1" kern="1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/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FDB88-0E7D-4AD5-A954-C5A7C41B45FC}" type="datetime1">
              <a:rPr lang="en-US" smtClean="0"/>
              <a:pPr/>
              <a:t>6/21/26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5" cstate="print"/>
          <a:srcRect l="53267" t="44145" r="5392" b="12612"/>
          <a:stretch>
            <a:fillRect/>
          </a:stretch>
        </p:blipFill>
        <p:spPr bwMode="auto">
          <a:xfrm>
            <a:off x="5080000" y="5334000"/>
            <a:ext cx="52832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C3EA-2BBE-4EED-9A1C-1CF29028A3F1}" type="datetime1">
              <a:rPr lang="en-US" smtClean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707886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62F2D-6ADD-4452-B056-907AE7B8EEA9}" type="datetime1">
              <a:rPr lang="en-US" smtClean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3200" y="1143000"/>
            <a:ext cx="5791200" cy="5029200"/>
          </a:xfrm>
        </p:spPr>
        <p:txBody>
          <a:bodyPr>
            <a:normAutofit/>
          </a:bodyPr>
          <a:lstStyle>
            <a:lvl1pPr algn="just">
              <a:defRPr sz="1600"/>
            </a:lvl1pPr>
            <a:lvl2pPr algn="just">
              <a:defRPr sz="1400"/>
            </a:lvl2pPr>
            <a:lvl3pPr algn="just">
              <a:defRPr sz="1200"/>
            </a:lvl3pPr>
            <a:lvl4pPr algn="just">
              <a:defRPr sz="1100"/>
            </a:lvl4pPr>
            <a:lvl5pPr algn="just"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43000"/>
            <a:ext cx="5791200" cy="5029200"/>
          </a:xfrm>
        </p:spPr>
        <p:txBody>
          <a:bodyPr>
            <a:normAutofit/>
          </a:bodyPr>
          <a:lstStyle>
            <a:lvl1pPr algn="just">
              <a:defRPr sz="1600"/>
            </a:lvl1pPr>
            <a:lvl2pPr algn="just">
              <a:defRPr sz="1400"/>
            </a:lvl2pPr>
            <a:lvl3pPr algn="just">
              <a:defRPr sz="1200"/>
            </a:lvl3pPr>
            <a:lvl4pPr algn="just">
              <a:defRPr sz="1100"/>
            </a:lvl4pPr>
            <a:lvl5pPr algn="just"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9AEEE-9185-467D-8A38-B1DE7B59785B}" type="datetime1">
              <a:rPr lang="en-US" smtClean="0"/>
              <a:pPr/>
              <a:t>6/22/26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1143000"/>
            <a:ext cx="5793317" cy="639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 i="1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3200" y="1905000"/>
            <a:ext cx="5793317" cy="42672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143000"/>
            <a:ext cx="5795433" cy="639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 i="1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905000"/>
            <a:ext cx="5795433" cy="42672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BFB64-D22E-4E96-9CBC-C0B08AD91044}" type="datetime1">
              <a:rPr lang="en-US" smtClean="0"/>
              <a:pPr/>
              <a:t>6/22/26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66CCD-01EA-4366-B108-929BE5DEF37D}" type="datetime1">
              <a:rPr lang="en-US" smtClean="0"/>
              <a:pPr/>
              <a:t>6/22/26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666AD-84B4-4A9E-972F-3BB18FF9DE46}" type="datetime1">
              <a:rPr lang="en-US" smtClean="0"/>
              <a:pPr/>
              <a:t>6/21/26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034990"/>
            <a:ext cx="4011084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45BB2-A4B3-417F-A494-A07C9E0A9DD9}" type="datetime1">
              <a:rPr lang="en-US" smtClean="0"/>
              <a:pPr/>
              <a:t>6/22/26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67228"/>
            <a:ext cx="7315200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0261E-B6B6-489E-A9D4-2258415AA9DC}" type="datetime1">
              <a:rPr lang="en-US" smtClean="0"/>
              <a:pPr/>
              <a:t>6/22/26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69D44-6187-499A-BA4E-25DC5356D6D4}" type="datetime1">
              <a:rPr lang="en-US" smtClean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028402" y="274639"/>
            <a:ext cx="553998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8C80B-E2D5-481D-AA37-629F7152C55C}" type="datetime1">
              <a:rPr lang="en-US" smtClean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gi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00"/>
          <p:cNvSpPr>
            <a:spLocks noChangeArrowheads="1"/>
          </p:cNvSpPr>
          <p:nvPr/>
        </p:nvSpPr>
        <p:spPr bwMode="auto">
          <a:xfrm>
            <a:off x="0" y="990600"/>
            <a:ext cx="12192000" cy="36576"/>
          </a:xfrm>
          <a:prstGeom prst="rect">
            <a:avLst/>
          </a:prstGeom>
          <a:solidFill>
            <a:srgbClr val="E50000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>
              <a:solidFill>
                <a:srgbClr val="C4261D"/>
              </a:solidFill>
            </a:endParaRPr>
          </a:p>
        </p:txBody>
      </p:sp>
      <p:sp>
        <p:nvSpPr>
          <p:cNvPr id="10" name="Rectangle 300"/>
          <p:cNvSpPr>
            <a:spLocks noChangeArrowheads="1"/>
          </p:cNvSpPr>
          <p:nvPr/>
        </p:nvSpPr>
        <p:spPr bwMode="auto">
          <a:xfrm>
            <a:off x="0" y="6534151"/>
            <a:ext cx="10704576" cy="17463"/>
          </a:xfrm>
          <a:prstGeom prst="rect">
            <a:avLst/>
          </a:prstGeom>
          <a:solidFill>
            <a:srgbClr val="E50000"/>
          </a:solidFill>
          <a:ln w="0">
            <a:solidFill>
              <a:srgbClr val="E5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>
              <a:solidFill>
                <a:srgbClr val="C4261D"/>
              </a:solidFill>
            </a:endParaRPr>
          </a:p>
        </p:txBody>
      </p:sp>
      <p:pic>
        <p:nvPicPr>
          <p:cNvPr id="7" name="Picture 6" descr="sug_logo.wmf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203200" y="152401"/>
            <a:ext cx="2509211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49035" y="381000"/>
            <a:ext cx="1226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CC3300"/>
                </a:solidFill>
                <a:latin typeface="+mj-lt"/>
              </a:rPr>
              <a:t>www.nslsugars.com</a:t>
            </a:r>
          </a:p>
        </p:txBody>
      </p:sp>
      <p:pic>
        <p:nvPicPr>
          <p:cNvPr id="11" name="Picture 10" descr="Template_2.wmf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0871200" y="6251928"/>
            <a:ext cx="1156269" cy="45367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38400" y="274639"/>
            <a:ext cx="76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1143000"/>
            <a:ext cx="116840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3200" y="6477000"/>
            <a:ext cx="2844800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E9BD2-CBD0-466D-BAEB-E489B442C348}" type="datetime1">
              <a:rPr lang="en-US" smtClean="0"/>
              <a:pPr/>
              <a:t>6/21/26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26400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 dir="r"/>
  </p:transition>
  <p:hf hdr="0" ftr="0" dt="0"/>
  <p:txStyles>
    <p:titleStyle>
      <a:lvl1pPr marL="0" algn="ctr" defTabSz="914400" rtl="0" eaLnBrk="1" latinLnBrk="0" hangingPunct="1">
        <a:spcBef>
          <a:spcPct val="0"/>
        </a:spcBef>
        <a:buNone/>
        <a:defRPr lang="en-US" sz="2400" b="1" kern="1200" dirty="0" smtClean="0">
          <a:solidFill>
            <a:srgbClr val="C00000"/>
          </a:solidFill>
          <a:latin typeface="+mj-lt"/>
          <a:ea typeface="+mn-ea"/>
          <a:cs typeface="+mn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SzPct val="110000"/>
        <a:buFontTx/>
        <a:buBlip>
          <a:blip r:embed="rId15"/>
        </a:buBlip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Font typeface="Wingdings" pitchFamily="2" charset="2"/>
        <a:buChar char="Ø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114800" y="2971800"/>
            <a:ext cx="6324600" cy="1524000"/>
          </a:xfrm>
        </p:spPr>
        <p:txBody>
          <a:bodyPr/>
          <a:lstStyle/>
          <a:p>
            <a:r>
              <a:rPr lang="en-US" sz="400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NSL Sugars (Tungabhadra) Limited</a:t>
            </a:r>
          </a:p>
        </p:txBody>
      </p:sp>
    </p:spTree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E565-1775-9E77-AA3B-8CA7E1930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274639"/>
            <a:ext cx="7620000" cy="646331"/>
          </a:xfrm>
        </p:spPr>
        <p:txBody>
          <a:bodyPr/>
          <a:lstStyle/>
          <a:p>
            <a:r>
              <a:rPr lang="en-US" sz="3600" dirty="0"/>
              <a:t>UWR Basic Details</a:t>
            </a:r>
            <a:endParaRPr lang="en-I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52AC5-2913-C321-7A61-DDB5C80E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38C2E4-18C1-4F54-1CCF-94FFE4214DF0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2628900"/>
            <a:ext cx="29718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1734DC-740B-EB67-DE8C-94F21B2A5F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092934"/>
            <a:ext cx="6477000" cy="50792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7F76E5-2BF3-AE2F-27D1-E307360ADC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81"/>
          <a:stretch>
            <a:fillRect/>
          </a:stretch>
        </p:blipFill>
        <p:spPr>
          <a:xfrm>
            <a:off x="5791200" y="5830669"/>
            <a:ext cx="5981700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28930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438400" y="5410200"/>
            <a:ext cx="8211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Picture 1: (a) Parking area for cane transporting vehicles and (b) Cane collection area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38400" y="304800"/>
            <a:ext cx="7620000" cy="56356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en-US" sz="2400" b="1" kern="1200" dirty="0" smtClean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Sugar Factory premises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097" y="1596680"/>
            <a:ext cx="5954844" cy="36265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600200"/>
            <a:ext cx="6026888" cy="362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146447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57200" y="5816830"/>
            <a:ext cx="10744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Picture 2: (a) Centrifugal section used for separation of sugar crystals from the molasses (b) Pan boiling section: sugar is extracted from mother liquor through crystallization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38400" y="304800"/>
            <a:ext cx="7620000" cy="56356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en-US" sz="2400" b="1" kern="1200" dirty="0" smtClean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Sugar Processing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098632"/>
            <a:ext cx="6248400" cy="4686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34" b="10311"/>
          <a:stretch/>
        </p:blipFill>
        <p:spPr>
          <a:xfrm>
            <a:off x="7543800" y="1102176"/>
            <a:ext cx="2783830" cy="465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532965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" y="1988288"/>
            <a:ext cx="5977135" cy="26980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81200"/>
            <a:ext cx="5992837" cy="270510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438400" y="304800"/>
            <a:ext cx="7620000" cy="56356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en-US" sz="2400" b="1" kern="1200" dirty="0" smtClean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Sugar Processing</a:t>
            </a:r>
            <a:br>
              <a:rPr lang="en-US" dirty="0"/>
            </a:b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77837" y="4876800"/>
            <a:ext cx="1181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Picture 3: (a) Mill house where the cane is crushed to extract juice and (b) Evaporator section: responsible for converting diluted sugar juice into raw sugar and molasses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595717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600199" y="5785036"/>
            <a:ext cx="93323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Picture 4: (a) Sugarhouse bin used to categorize sugar grains by size and (b) Sugar packaging area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38400" y="304800"/>
            <a:ext cx="7620000" cy="56356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en-US" sz="2400" b="1" kern="1200" dirty="0" smtClean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Sugar Packing Section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215656"/>
            <a:ext cx="5875670" cy="44067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199" y="1215655"/>
            <a:ext cx="3305065" cy="440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709997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362200" y="5765726"/>
            <a:ext cx="55773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Picture 5: Boiler section and cogeneration cooling tower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38400" y="304800"/>
            <a:ext cx="7620000" cy="56356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en-US" sz="2400" b="1" kern="1200" dirty="0" smtClean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Cogeneration Unit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r="2500" b="12222"/>
          <a:stretch/>
        </p:blipFill>
        <p:spPr>
          <a:xfrm>
            <a:off x="5943600" y="1295400"/>
            <a:ext cx="6101100" cy="42279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279635"/>
            <a:ext cx="5658293" cy="424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236974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62690" y="5663722"/>
            <a:ext cx="1057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Picture 6: (a) Turbine section to generate steam for processes and to power and (b) Control room DCS System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262173"/>
            <a:ext cx="5748079" cy="43110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62174"/>
            <a:ext cx="5748078" cy="4311059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438400" y="304800"/>
            <a:ext cx="7620000" cy="56356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en-US" sz="2400" b="1" kern="1200" dirty="0" smtClean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Cogeneration Unit</a:t>
            </a:r>
          </a:p>
        </p:txBody>
      </p:sp>
    </p:spTree>
    <p:extLst>
      <p:ext uri="{BB962C8B-B14F-4D97-AF65-F5344CB8AC3E}">
        <p14:creationId xmlns:p14="http://schemas.microsoft.com/office/powerpoint/2010/main" val="1100972481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38400" y="304800"/>
            <a:ext cx="7620000" cy="56356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en-US" sz="2400" b="1" kern="1200" dirty="0" smtClean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Boiler ESP and Chimney at TSL Unit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E5397D-C9D2-D795-2301-28A285948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319" y="1143000"/>
            <a:ext cx="7260281" cy="51006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4C23AE8-9581-AE38-0C5A-A751094C535F}"/>
              </a:ext>
            </a:extLst>
          </p:cNvPr>
          <p:cNvSpPr/>
          <p:nvPr/>
        </p:nvSpPr>
        <p:spPr>
          <a:xfrm>
            <a:off x="3850999" y="6243632"/>
            <a:ext cx="4185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Picture 7: View of Boiler ESP and Chimney</a:t>
            </a:r>
          </a:p>
        </p:txBody>
      </p:sp>
    </p:spTree>
    <p:extLst>
      <p:ext uri="{BB962C8B-B14F-4D97-AF65-F5344CB8AC3E}">
        <p14:creationId xmlns:p14="http://schemas.microsoft.com/office/powerpoint/2010/main" val="733441846"/>
      </p:ext>
    </p:extLst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438400" y="5410200"/>
            <a:ext cx="83410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Picture 8: Wastewater treatment plant anaerobic system followed by aerobic system 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38400" y="274639"/>
            <a:ext cx="7620000" cy="56356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en-US" sz="2400" b="1" kern="1200" dirty="0" smtClean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Effluent Treatment Plant (ETP)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8" t="13333"/>
          <a:stretch/>
        </p:blipFill>
        <p:spPr>
          <a:xfrm>
            <a:off x="6324600" y="1717479"/>
            <a:ext cx="5773983" cy="338792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63" b="15019"/>
          <a:stretch/>
        </p:blipFill>
        <p:spPr>
          <a:xfrm>
            <a:off x="76200" y="1719250"/>
            <a:ext cx="6188730" cy="338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47597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Picture 2" descr="Thank You - Lamar Univers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120" y="2240924"/>
            <a:ext cx="5091760" cy="2376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432848"/>
      </p:ext>
    </p:extLst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NSL Sugar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31805</TotalTime>
  <Words>215</Words>
  <Application>Microsoft Macintosh PowerPoint</Application>
  <PresentationFormat>Widescreen</PresentationFormat>
  <Paragraphs>30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Helvetica</vt:lpstr>
      <vt:lpstr>Humanst521 BT</vt:lpstr>
      <vt:lpstr>Wingdings</vt:lpstr>
      <vt:lpstr>NSL Sugars</vt:lpstr>
      <vt:lpstr>NSL Sugars (Tungabhadra) Limited</vt:lpstr>
      <vt:lpstr>UWR Basic Details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Sugar Complex</dc:title>
  <dc:creator>Ashish</dc:creator>
  <cp:lastModifiedBy>Aniket Srotriya</cp:lastModifiedBy>
  <cp:revision>2864</cp:revision>
  <cp:lastPrinted>2012-05-10T14:14:25Z</cp:lastPrinted>
  <dcterms:created xsi:type="dcterms:W3CDTF">2006-08-16T00:00:00Z</dcterms:created>
  <dcterms:modified xsi:type="dcterms:W3CDTF">2026-06-22T12:51:36Z</dcterms:modified>
</cp:coreProperties>
</file>